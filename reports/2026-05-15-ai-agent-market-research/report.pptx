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AI Agent Market Research</a:t>
            </a:r>
          </a:p>
          <a:p>
            <a:pPr>
              <a:spcBef>
                <a:spcPts val="1400"/>
              </a:spcBef>
              <a:defRPr sz="950">
                <a:solidFill>
                  <a:srgbClr val="64696E"/>
                </a:solidFill>
              </a:defRPr>
            </a:pPr>
            <a:r>
              <a:t>A client-ready strategic assessment based on public evidence, market signals and management-consulting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China's VRFB edge is becoming structural as supply, cost and policy reinforce each other</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Dali can convert technical capacity into leadership only if it proves project bankability</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Vanadium access gives Chinese suppliers a resilience edge, but price volatility still needs active management</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Policy support creates a protected base market, but export growth needs local legitimacy</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Lifecycle economics is the clearest wedge against lithium-ion in long-duration use cases</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Global competitors retain niche strengths, but scale and cost are tilting the field toward China</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Dali's international playbook should sequence markets by proof potential, not just demand size</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The next leadership agenda should focus on membranes, service models and evidence quality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China's VRFB advantage is shifting from early deployment momentum to a structural position in supply, cost and policy demand.</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Dali Energy Storage should defend leadership by proving project bankability, not by relying on equipment specifications alone.</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Vanadium access and electrolyte economics create a cost-resilience edge that global peers will find difficult to replicate quickly.</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Long-duration storage use cases provide the clearest path to differentiation versus lithium-ion systems.</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International expansion will require local partners, financing structures and reference projects that lower buyer risk.</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next management agenda should sequence market entry around proof points, lifecycle economics and supply-chain credibility.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China's VRFB edge is becoming structural as supply, cost and policy reinforce each other</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China's VRFB edge is becoming structural as supply, cost and policy reinforce each other</a:t>
            </a:r>
          </a:p>
          <a:p>
            <a:pPr>
              <a:defRPr sz="830">
                <a:solidFill>
                  <a:srgbClr val="64696E"/>
                </a:solidFill>
              </a:defRPr>
            </a:pPr>
            <a:r>
              <a:t>China's position is strongest where industrial scale, vanadium access and long-duration storage policy intersect.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VRFB industry should be assessed as an ecosystem rather than a collection of battery manufacturers. The strongest advantage comes from the combination of upstream vanadium access, domestic equipment scale, electrolyte know-how and a policy framework th</a:t>
            </a:r>
          </a:p>
          <a:p>
            <a:pPr>
              <a:spcAft>
                <a:spcPts val="600"/>
              </a:spcAft>
              <a:defRPr sz="819">
                <a:solidFill>
                  <a:srgbClr val="333333"/>
                </a:solidFill>
              </a:defRPr>
            </a:pPr>
            <a:r>
              <a:t>For Dali Energy Storage, this means the leadership story should not be framed narrowly around stack technology. The more compelling story is an integrated system position: reliable supply, lower lifecycle cost, faster project delivery and a growing base of dom</a:t>
            </a:r>
          </a:p>
          <a:p>
            <a:pPr>
              <a:spcAft>
                <a:spcPts val="600"/>
              </a:spcAft>
              <a:defRPr sz="819">
                <a:solidFill>
                  <a:srgbClr val="333333"/>
                </a:solidFill>
              </a:defRPr>
            </a:pPr>
            <a:r>
              <a:t>The implication for management is to convert scale into bankability. Buyers and financiers will care less about nominal capacity and more about repeatable project economics, operating history and warranty credibility.</a:t>
            </a:r>
          </a:p>
          <a:p>
            <a:pPr>
              <a:spcBef>
                <a:spcPts val="600"/>
              </a:spcBef>
              <a:defRPr sz="819" b="1">
                <a:solidFill>
                  <a:srgbClr val="003087"/>
                </a:solidFill>
              </a:defRPr>
            </a:pPr>
            <a:r>
              <a:t>Key implications</a:t>
            </a:r>
          </a:p>
          <a:p>
            <a:pPr>
              <a:defRPr sz="730">
                <a:solidFill>
                  <a:srgbClr val="333333"/>
                </a:solidFill>
              </a:defRPr>
            </a:pPr>
            <a:r>
              <a:t>- China's VRFB advantage is shifting from early deployment momentum to a structural position in su</a:t>
            </a:r>
          </a:p>
          <a:p>
            <a:pPr>
              <a:defRPr sz="730">
                <a:solidFill>
                  <a:srgbClr val="333333"/>
                </a:solidFill>
              </a:defRPr>
            </a:pPr>
            <a:r>
              <a:t>- Translate the claim into measurable project evidence.</a:t>
            </a:r>
          </a:p>
        </p:txBody>
      </p:sp>
      <p:pic>
        <p:nvPicPr>
          <p:cNvPr id="7" name="Picture 6" descr="chart-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Dali can convert technical capacity into leadership only if it proves project bankability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Dali can convert technical capacity into leadership only if it proves project bankability</a:t>
            </a:r>
          </a:p>
          <a:p>
            <a:pPr>
              <a:defRPr sz="830">
                <a:solidFill>
                  <a:srgbClr val="64696E"/>
                </a:solidFill>
              </a:defRPr>
            </a:pPr>
            <a:r>
              <a:t>The next stage of competition will be won by firms that make VRFB projects easier to finance and operate.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Dali's production capacity gives it a credible platform, but global leadership will be tested in project execution. International customers will evaluate whether the company can deliver predictable commissioning, stable electrolyte performance and lifecycle se</a:t>
            </a:r>
          </a:p>
          <a:p>
            <a:pPr>
              <a:spcAft>
                <a:spcPts val="600"/>
              </a:spcAft>
              <a:defRPr sz="819">
                <a:solidFill>
                  <a:srgbClr val="333333"/>
                </a:solidFill>
              </a:defRPr>
            </a:pPr>
            <a:r>
              <a:t>The highest-value commercial evidence will come from reference projects with transparent operating data. Cycle life, round-trip efficiency and degradation performance should be translated into bankable assumptions that developers and lenders can underwrite.</a:t>
            </a:r>
          </a:p>
          <a:p>
            <a:pPr>
              <a:spcAft>
                <a:spcPts val="600"/>
              </a:spcAft>
              <a:defRPr sz="819">
                <a:solidFill>
                  <a:srgbClr val="333333"/>
                </a:solidFill>
              </a:defRPr>
            </a:pPr>
            <a:r>
              <a:t>A useful management move is to package technology, EPC support, service guarantees and electrolyte supply into an integrated offer. This shifts the conversation from equipment procurement to long-duration storage infrastructure.</a:t>
            </a:r>
          </a:p>
          <a:p>
            <a:pPr>
              <a:spcBef>
                <a:spcPts val="600"/>
              </a:spcBef>
              <a:defRPr sz="819" b="1">
                <a:solidFill>
                  <a:srgbClr val="003087"/>
                </a:solidFill>
              </a:defRPr>
            </a:pPr>
            <a:r>
              <a:t>Key implications</a:t>
            </a:r>
          </a:p>
          <a:p>
            <a:pPr>
              <a:defRPr sz="730">
                <a:solidFill>
                  <a:srgbClr val="333333"/>
                </a:solidFill>
              </a:defRPr>
            </a:pPr>
            <a:r>
              <a:t>- Dali Energy Storage should defend leadership by proving project bankability, not by relying on e</a:t>
            </a:r>
          </a:p>
          <a:p>
            <a:pPr>
              <a:defRPr sz="730">
                <a:solidFill>
                  <a:srgbClr val="333333"/>
                </a:solidFill>
              </a:defRPr>
            </a:pPr>
            <a:r>
              <a:t>- Translate the claim into measurable project evidence.</a:t>
            </a:r>
          </a:p>
        </p:txBody>
      </p:sp>
      <p:pic>
        <p:nvPicPr>
          <p:cNvPr id="7" name="Picture 6" descr="chart-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Vanadium access gives Chinese suppliers a resilience edge, but price volatility still needs active management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Vanadium access gives Chinese suppliers a resilience edge, but price volatility still needs active management</a:t>
            </a:r>
          </a:p>
          <a:p>
            <a:pPr>
              <a:defRPr sz="830">
                <a:solidFill>
                  <a:srgbClr val="64696E"/>
                </a:solidFill>
              </a:defRPr>
            </a:pPr>
            <a:r>
              <a:t>Supply security is a strategic asset only if it is backed by contracting, recycling and electrolyte leasing models.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vanadium position gives domestic VRFB suppliers a structural advantage in electrolyte availability and cost visibility. This matters because electrolyte can represent a large share of system cost and can also become a financing asset if leasing structu</a:t>
            </a:r>
          </a:p>
          <a:p>
            <a:pPr>
              <a:spcAft>
                <a:spcPts val="600"/>
              </a:spcAft>
              <a:defRPr sz="819">
                <a:solidFill>
                  <a:srgbClr val="333333"/>
                </a:solidFill>
              </a:defRPr>
            </a:pPr>
            <a:r>
              <a:t>The risk is volatility. Vanadium prices can move with steel demand and commodity cycles, which can compress project margins or delay customer decisions. Dali should therefore treat procurement strategy as part of product strategy.</a:t>
            </a:r>
          </a:p>
          <a:p>
            <a:pPr>
              <a:spcAft>
                <a:spcPts val="600"/>
              </a:spcAft>
              <a:defRPr sz="819">
                <a:solidFill>
                  <a:srgbClr val="333333"/>
                </a:solidFill>
              </a:defRPr>
            </a:pPr>
            <a:r>
              <a:t>Long-term supply agreements, electrolyte rental structures and recycling partnerships can reduce buyer exposure and make VRFB economics easier to compare with lithium-ion alternatives.</a:t>
            </a:r>
          </a:p>
          <a:p>
            <a:pPr>
              <a:spcBef>
                <a:spcPts val="600"/>
              </a:spcBef>
              <a:defRPr sz="819" b="1">
                <a:solidFill>
                  <a:srgbClr val="003087"/>
                </a:solidFill>
              </a:defRPr>
            </a:pPr>
            <a:r>
              <a:t>Key implications</a:t>
            </a:r>
          </a:p>
          <a:p>
            <a:pPr>
              <a:defRPr sz="730">
                <a:solidFill>
                  <a:srgbClr val="333333"/>
                </a:solidFill>
              </a:defRPr>
            </a:pPr>
            <a:r>
              <a:t>- Vanadium access and electrolyte economics create a cost-resilience edge that global peers will f</a:t>
            </a:r>
          </a:p>
          <a:p>
            <a:pPr>
              <a:defRPr sz="730">
                <a:solidFill>
                  <a:srgbClr val="333333"/>
                </a:solidFill>
              </a:defRPr>
            </a:pPr>
            <a:r>
              <a:t>- Translate the claim into measurable project evidence.</a:t>
            </a:r>
          </a:p>
        </p:txBody>
      </p:sp>
      <p:pic>
        <p:nvPicPr>
          <p:cNvPr id="7" name="Picture 6" descr="chart-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Policy support creates a protected base market, but export growth needs local legitimacy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Policy support creates a protected base market, but export growth needs local legitimacy</a:t>
            </a:r>
          </a:p>
          <a:p>
            <a:pPr>
              <a:defRPr sz="830">
                <a:solidFill>
                  <a:srgbClr val="64696E"/>
                </a:solidFill>
              </a:defRPr>
            </a:pPr>
            <a:r>
              <a:t>China's domestic policy tailwind is powerful, while overseas growth will depend on localization and standards participation.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Domestic mandates and demonstration projects create a demand base that allows Chinese VRFB suppliers to scale faster than most international peers. This home-market scale can lower cost, accelerate learning and produce reference cases.</a:t>
            </a:r>
          </a:p>
          <a:p>
            <a:pPr>
              <a:spcAft>
                <a:spcPts val="600"/>
              </a:spcAft>
              <a:defRPr sz="819">
                <a:solidFill>
                  <a:srgbClr val="333333"/>
                </a:solidFill>
              </a:defRPr>
            </a:pPr>
            <a:r>
              <a:t>Outside China, the same policy advantage does not automatically transfer. Local-content requirements, tariffs and national-security concerns may limit direct exports, especially in markets that are building domestic storage industries.</a:t>
            </a:r>
          </a:p>
          <a:p>
            <a:pPr>
              <a:spcAft>
                <a:spcPts val="600"/>
              </a:spcAft>
              <a:defRPr sz="819">
                <a:solidFill>
                  <a:srgbClr val="333333"/>
                </a:solidFill>
              </a:defRPr>
            </a:pPr>
            <a:r>
              <a:t>Dali should prioritize partnership-led entry in markets where long-duration storage policy is clear but local supply remains underdeveloped. Local assembly, licensing and joint project development can reduce friction.</a:t>
            </a:r>
          </a:p>
          <a:p>
            <a:pPr>
              <a:spcBef>
                <a:spcPts val="600"/>
              </a:spcBef>
              <a:defRPr sz="819" b="1">
                <a:solidFill>
                  <a:srgbClr val="003087"/>
                </a:solidFill>
              </a:defRPr>
            </a:pPr>
            <a:r>
              <a:t>Key implications</a:t>
            </a:r>
          </a:p>
          <a:p>
            <a:pPr>
              <a:defRPr sz="730">
                <a:solidFill>
                  <a:srgbClr val="333333"/>
                </a:solidFill>
              </a:defRPr>
            </a:pPr>
            <a:r>
              <a:t>- Long-duration storage use cases provide the clearest path to differentiation versus lithium-ion</a:t>
            </a:r>
          </a:p>
          <a:p>
            <a:pPr>
              <a:defRPr sz="730">
                <a:solidFill>
                  <a:srgbClr val="333333"/>
                </a:solidFill>
              </a:defRPr>
            </a:pPr>
            <a:r>
              <a:t>- Translate the claim into measurable project evidence.</a:t>
            </a:r>
          </a:p>
        </p:txBody>
      </p:sp>
      <p:pic>
        <p:nvPicPr>
          <p:cNvPr id="7" name="Picture 6" descr="chart-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Lifecycle economics is the clearest wedge against lithium-ion in long-duration use cases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Lifecycle economics is the clearest wedge against lithium-ion in long-duration use cases</a:t>
            </a:r>
          </a:p>
          <a:p>
            <a:pPr>
              <a:defRPr sz="830">
                <a:solidFill>
                  <a:srgbClr val="64696E"/>
                </a:solidFill>
              </a:defRPr>
            </a:pPr>
            <a:r>
              <a:t>VRFB's advantage strengthens as duration, cycling and safety requirements increase.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VRFB systems are not likely to beat lithium-ion in every storage application. The strongest use cases are long-duration, high-cycle and safety-sensitive settings where electrolyte life, lower fire risk and decoupled power-energy scaling matter.</a:t>
            </a:r>
          </a:p>
          <a:p>
            <a:pPr>
              <a:spcAft>
                <a:spcPts val="600"/>
              </a:spcAft>
              <a:defRPr sz="819">
                <a:solidFill>
                  <a:srgbClr val="333333"/>
                </a:solidFill>
              </a:defRPr>
            </a:pPr>
            <a:r>
              <a:t>This positioning should shape Dali's customer segmentation. Grid shifting, renewable firming, industrial microgrids and critical infrastructure backup are more attractive than short-duration arbitrage markets dominated by lithium-ion.</a:t>
            </a:r>
          </a:p>
          <a:p>
            <a:pPr>
              <a:spcAft>
                <a:spcPts val="600"/>
              </a:spcAft>
              <a:defRPr sz="819">
                <a:solidFill>
                  <a:srgbClr val="333333"/>
                </a:solidFill>
              </a:defRPr>
            </a:pPr>
            <a:r>
              <a:t>The commercial message should be expressed in levelized cost, availability and replacement-cycle economics rather than upfront capex alone.</a:t>
            </a:r>
          </a:p>
          <a:p>
            <a:pPr>
              <a:spcBef>
                <a:spcPts val="600"/>
              </a:spcBef>
              <a:defRPr sz="819" b="1">
                <a:solidFill>
                  <a:srgbClr val="003087"/>
                </a:solidFill>
              </a:defRPr>
            </a:pPr>
            <a:r>
              <a:t>Key implications</a:t>
            </a:r>
          </a:p>
          <a:p>
            <a:pPr>
              <a:defRPr sz="730">
                <a:solidFill>
                  <a:srgbClr val="333333"/>
                </a:solidFill>
              </a:defRPr>
            </a:pPr>
            <a:r>
              <a:t>- International expansion will require local partners, financing structures and reference projects</a:t>
            </a:r>
          </a:p>
          <a:p>
            <a:pPr>
              <a:defRPr sz="730">
                <a:solidFill>
                  <a:srgbClr val="333333"/>
                </a:solidFill>
              </a:defRPr>
            </a:pPr>
            <a:r>
              <a:t>- Translate the claim into measurable project evidence.</a:t>
            </a:r>
          </a:p>
        </p:txBody>
      </p:sp>
      <p:pic>
        <p:nvPicPr>
          <p:cNvPr id="7" name="Picture 6" descr="chart-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Global competitors retain niche strengths, but scale and cost are tilting the field toward China</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Global competitors retain niche strengths, but scale and cost are tilting the field toward China</a:t>
            </a:r>
          </a:p>
          <a:p>
            <a:pPr>
              <a:defRPr sz="830">
                <a:solidFill>
                  <a:srgbClr val="64696E"/>
                </a:solidFill>
              </a:defRPr>
            </a:pPr>
            <a:r>
              <a:t>International peers remain relevant in reliability, modularity and brand trust, but struggle to match Chinese scale economics.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Competitors such as Sumitomo Electric and Invinity retain important advantages in specific segments, including long operating history, modular project design and relationships with sophisticated customers.</a:t>
            </a:r>
          </a:p>
          <a:p>
            <a:pPr>
              <a:spcAft>
                <a:spcPts val="600"/>
              </a:spcAft>
              <a:defRPr sz="819">
                <a:solidFill>
                  <a:srgbClr val="333333"/>
                </a:solidFill>
              </a:defRPr>
            </a:pPr>
            <a:r>
              <a:t>However, scale matters increasingly as the market moves from pilots to deployment programs. Cost curves, supply assurance and manufacturing capacity will become more important than standalone technical claims.</a:t>
            </a:r>
          </a:p>
          <a:p>
            <a:pPr>
              <a:spcAft>
                <a:spcPts val="600"/>
              </a:spcAft>
              <a:defRPr sz="819">
                <a:solidFill>
                  <a:srgbClr val="333333"/>
                </a:solidFill>
              </a:defRPr>
            </a:pPr>
            <a:r>
              <a:t>Dali should benchmark against these players not only on product efficiency, but also on service model, bankability, certification and local partner access.</a:t>
            </a:r>
          </a:p>
          <a:p>
            <a:pPr>
              <a:spcBef>
                <a:spcPts val="600"/>
              </a:spcBef>
              <a:defRPr sz="819" b="1">
                <a:solidFill>
                  <a:srgbClr val="003087"/>
                </a:solidFill>
              </a:defRPr>
            </a:pPr>
            <a:r>
              <a:t>Key implications</a:t>
            </a:r>
          </a:p>
          <a:p>
            <a:pPr>
              <a:defRPr sz="730">
                <a:solidFill>
                  <a:srgbClr val="333333"/>
                </a:solidFill>
              </a:defRPr>
            </a:pPr>
            <a:r>
              <a:t>- The next management agenda should sequence market entry around proof points, lifecycle economics</a:t>
            </a:r>
          </a:p>
          <a:p>
            <a:pPr>
              <a:defRPr sz="730">
                <a:solidFill>
                  <a:srgbClr val="333333"/>
                </a:solidFill>
              </a:defRPr>
            </a:pPr>
            <a:r>
              <a:t>- Translate the claim into measurable project evidence.</a:t>
            </a:r>
          </a:p>
        </p:txBody>
      </p:sp>
      <p:pic>
        <p:nvPicPr>
          <p:cNvPr id="7" name="Picture 6" descr="chart-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Dali's international playbook should sequence markets by proof potential, not just demand size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Dali's international playbook should sequence markets by proof potential, not just demand size</a:t>
            </a:r>
          </a:p>
          <a:p>
            <a:pPr>
              <a:defRPr sz="830">
                <a:solidFill>
                  <a:srgbClr val="64696E"/>
                </a:solidFill>
              </a:defRPr>
            </a:pPr>
            <a:r>
              <a:t>The best first markets are those where reference projects can unlock repeatable channels.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A demand-size view alone can push companies into markets that are attractive on paper but slow in procurement. A better lens combines policy clarity, partner availability, tariff exposure, financing readiness and the ability to create visible reference project</a:t>
            </a:r>
          </a:p>
          <a:p>
            <a:pPr>
              <a:spcAft>
                <a:spcPts val="600"/>
              </a:spcAft>
              <a:defRPr sz="819">
                <a:solidFill>
                  <a:srgbClr val="333333"/>
                </a:solidFill>
              </a:defRPr>
            </a:pPr>
            <a:r>
              <a:t>Asia-Pacific and selected European markets may offer practical entry points if Dali can secure local development partners and demonstrate compliance with grid and safety standards.</a:t>
            </a:r>
          </a:p>
          <a:p>
            <a:pPr>
              <a:spcAft>
                <a:spcPts val="600"/>
              </a:spcAft>
              <a:defRPr sz="819">
                <a:solidFill>
                  <a:srgbClr val="333333"/>
                </a:solidFill>
              </a:defRPr>
            </a:pPr>
            <a:r>
              <a:t>The sequence should favor markets where one credible project can become a platform for repeat orders, financing partnerships and service-network buildout.</a:t>
            </a:r>
          </a:p>
          <a:p>
            <a:pPr>
              <a:spcBef>
                <a:spcPts val="600"/>
              </a:spcBef>
              <a:defRPr sz="819" b="1">
                <a:solidFill>
                  <a:srgbClr val="003087"/>
                </a:solidFill>
              </a:defRPr>
            </a:pPr>
            <a:r>
              <a:t>Key implications</a:t>
            </a:r>
          </a:p>
          <a:p>
            <a:pPr>
              <a:defRPr sz="730">
                <a:solidFill>
                  <a:srgbClr val="333333"/>
                </a:solidFill>
              </a:defRPr>
            </a:pPr>
            <a:r>
              <a:t>- China's VRFB advantage is shifting from early deployment momentum to a structural position in su</a:t>
            </a:r>
          </a:p>
          <a:p>
            <a:pPr>
              <a:defRPr sz="730">
                <a:solidFill>
                  <a:srgbClr val="333333"/>
                </a:solidFill>
              </a:defRPr>
            </a:pPr>
            <a:r>
              <a:t>- Translate the claim into measurable project evidence.</a:t>
            </a:r>
          </a:p>
        </p:txBody>
      </p:sp>
      <p:pic>
        <p:nvPicPr>
          <p:cNvPr id="7" name="Picture 6" descr="cover-background.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The next leadership agenda should focus on membranes, service models and evidence quality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leadership agenda should focus on membranes, service models and evidence quality</a:t>
            </a:r>
          </a:p>
          <a:p>
            <a:pPr>
              <a:defRPr sz="830">
                <a:solidFill>
                  <a:srgbClr val="64696E"/>
                </a:solidFill>
              </a:defRPr>
            </a:pPr>
            <a:r>
              <a:t>Sustained advantage will depend on converting manufacturing strength into trusted operating performance.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innovation agenda should focus on membrane durability, electrolyte cost, stack reliability and digital monitoring. These improvements directly affect lifecycle economics and customer confidence.</a:t>
            </a:r>
          </a:p>
          <a:p>
            <a:pPr>
              <a:spcAft>
                <a:spcPts val="600"/>
              </a:spcAft>
              <a:defRPr sz="819">
                <a:solidFill>
                  <a:srgbClr val="333333"/>
                </a:solidFill>
              </a:defRPr>
            </a:pPr>
            <a:r>
              <a:t>Equally important is evidence quality. Dali should publish clearer operating data, third-party validation and customer references where possible, because global buyers will discount unsupported performance claims.</a:t>
            </a:r>
          </a:p>
          <a:p>
            <a:pPr>
              <a:spcAft>
                <a:spcPts val="600"/>
              </a:spcAft>
              <a:defRPr sz="819">
                <a:solidFill>
                  <a:srgbClr val="333333"/>
                </a:solidFill>
              </a:defRPr>
            </a:pPr>
            <a:r>
              <a:t>Management should treat proof generation as a strategic workstream: select lighthouse projects, define measurable KPIs, and turn field performance into sales and financing collateral.</a:t>
            </a:r>
          </a:p>
          <a:p>
            <a:pPr>
              <a:spcBef>
                <a:spcPts val="600"/>
              </a:spcBef>
              <a:defRPr sz="819" b="1">
                <a:solidFill>
                  <a:srgbClr val="003087"/>
                </a:solidFill>
              </a:defRPr>
            </a:pPr>
            <a:r>
              <a:t>Key implications</a:t>
            </a:r>
          </a:p>
          <a:p>
            <a:pPr>
              <a:defRPr sz="730">
                <a:solidFill>
                  <a:srgbClr val="333333"/>
                </a:solidFill>
              </a:defRPr>
            </a:pPr>
            <a:r>
              <a:t>- Dali Energy Storage should defend leadership by proving project bankability, not by relying on e</a:t>
            </a:r>
          </a:p>
          <a:p>
            <a:pPr>
              <a:defRPr sz="730">
                <a:solidFill>
                  <a:srgbClr val="333333"/>
                </a:solidFill>
              </a:defRPr>
            </a:pPr>
            <a:r>
              <a:t>- Translate the claim into measurable project evidence.</a:t>
            </a:r>
          </a:p>
        </p:txBody>
      </p:sp>
      <p:pic>
        <p:nvPicPr>
          <p:cNvPr id="7" name="Picture 6" descr="cover-background.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background.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client-ready strategic assessment based on public evidence, market signals and management-consulting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